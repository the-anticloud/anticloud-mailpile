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MAILPILE | Category: SURVEILLANCE_CAMERA</a:t>
            </a:r>
          </a:p>
          <a:p>
            <a:r>
              <a:rPr sz="1400"/>
              <a:t>Upstream: https://github.com/mailpile/Mailpile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MAILPILE.</a:t>
            </a:r>
          </a:p>
          <a:p>
            <a:r>
              <a:rPr sz="1400"/>
              <a:t>(swap) Use: github.com/Motion-Project/motion — Motion detection for CCTV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MAILPILE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